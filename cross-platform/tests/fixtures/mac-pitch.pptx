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yourself and the company in one breath.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gradFill rotWithShape="1">
          <a:gsLst>
            <a:gs pos="0">
              <a:schemeClr val="bg1"/>
            </a:gs>
            <a:gs pos="100000">
              <a:schemeClr val="bg2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ecoration"/>
          <p:cNvSpPr/>
          <p:nvPr/>
        </p:nvSpPr>
        <p:spPr>
          <a:xfrm>
            <a:off x="8382000" y="3048000"/>
            <a:ext cx="5334000" cy="5334000"/>
          </a:xfrm>
          <a:prstGeom prst="donut">
            <a:avLst>
              <a:gd name="adj" fmla="val 8000"/>
            </a:avLst>
          </a:prstGeom>
          <a:solidFill>
            <a:schemeClr val="accent1">
              <a:alpha val="15000"/>
            </a:schemeClr>
          </a:soli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/>
          </a:p>
        </p:txBody>
      </p:sp>
      <p:sp>
        <p:nvSpPr>
          <p:cNvPr id="21" name="Decoration"/>
          <p:cNvSpPr/>
          <p:nvPr/>
        </p:nvSpPr>
        <p:spPr>
          <a:xfrm>
            <a:off x="1524000" y="1143000"/>
            <a:ext cx="304800" cy="304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/>
          </a:p>
        </p:txBody>
      </p:sp>
      <p:sp>
        <p:nvSpPr>
          <p:cNvPr id="2" name="Title 2"/>
          <p:cNvSpPr>
            <a:spLocks noGrp="1"/>
          </p:cNvSpPr>
          <p:nvPr>
            <p:ph type="ctrTitle"/>
          </p:nvPr>
        </p:nvSpPr>
        <p:spPr>
          <a:xfrm>
            <a:off x="1524000" y="1524000"/>
            <a:ext cx="9144000" cy="2159000"/>
          </a:xfrm>
        </p:spPr>
        <p:txBody>
          <a:bodyPr/>
          <a:lstStyle/>
          <a:p>
            <a:r>
              <a:rPr lang="en-US"/>
              <a:t>Click to add title</a:t>
            </a:r>
          </a:p>
        </p:txBody>
      </p:sp>
      <p:sp>
        <p:nvSpPr>
          <p:cNvPr id="3" name="Placeholder 3"/>
          <p:cNvSpPr>
            <a:spLocks noGrp="1"/>
          </p:cNvSpPr>
          <p:nvPr>
            <p:ph type="subTitle" idx="1"/>
          </p:nvPr>
        </p:nvSpPr>
        <p:spPr>
          <a:xfrm>
            <a:off x="1524000" y="3860800"/>
            <a:ext cx="9144000" cy="1397000"/>
          </a:xfrm>
        </p:spPr>
        <p:txBody>
          <a:bodyPr/>
          <a:lstStyle/>
          <a:p>
            <a:r>
              <a:rPr lang="en-US"/>
              <a:t>Click to add subtitle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762000" y="381000"/>
            <a:ext cx="10668000" cy="1219200"/>
          </a:xfrm>
        </p:spPr>
        <p:txBody>
          <a:bodyPr/>
          <a:lstStyle/>
          <a:p>
            <a:r>
              <a:rPr lang="en-US"/>
              <a:t>Click to add title</a:t>
            </a:r>
          </a:p>
        </p:txBody>
      </p:sp>
      <p:sp>
        <p:nvSpPr>
          <p:cNvPr id="3" name="Placeholder 3"/>
          <p:cNvSpPr>
            <a:spLocks noGrp="1"/>
          </p:cNvSpPr>
          <p:nvPr>
            <p:ph type="body" idx="1"/>
          </p:nvPr>
        </p:nvSpPr>
        <p:spPr>
          <a:xfrm>
            <a:off x="762000" y="1778000"/>
            <a:ext cx="10668000" cy="4445000"/>
          </a:xfrm>
        </p:spPr>
        <p:txBody>
          <a:bodyPr/>
          <a:lstStyle/>
          <a:p>
            <a:r>
              <a:rPr lang="en-US"/>
              <a:t>Click to add text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bg>
      <p:bgPr>
        <a:gradFill rotWithShape="1">
          <a:gsLst>
            <a:gs pos="0">
              <a:schemeClr val="bg1"/>
            </a:gs>
            <a:gs pos="100000">
              <a:schemeClr val="bg2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ecoration"/>
          <p:cNvSpPr/>
          <p:nvPr/>
        </p:nvSpPr>
        <p:spPr>
          <a:xfrm>
            <a:off x="8382000" y="3048000"/>
            <a:ext cx="5334000" cy="5334000"/>
          </a:xfrm>
          <a:prstGeom prst="donut">
            <a:avLst>
              <a:gd name="adj" fmla="val 8000"/>
            </a:avLst>
          </a:prstGeom>
          <a:solidFill>
            <a:schemeClr val="accent1">
              <a:alpha val="15000"/>
            </a:schemeClr>
          </a:soli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/>
          </a:p>
        </p:txBody>
      </p:sp>
      <p:sp>
        <p:nvSpPr>
          <p:cNvPr id="21" name="Decoration"/>
          <p:cNvSpPr/>
          <p:nvPr/>
        </p:nvSpPr>
        <p:spPr>
          <a:xfrm>
            <a:off x="1524000" y="1143000"/>
            <a:ext cx="304800" cy="304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/>
          </a:p>
        </p:txBody>
      </p:sp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838200" y="1651000"/>
            <a:ext cx="10515600" cy="2540000"/>
          </a:xfrm>
        </p:spPr>
        <p:txBody>
          <a:bodyPr/>
          <a:lstStyle/>
          <a:p>
            <a:r>
              <a:rPr lang="en-US"/>
              <a:t>Click to add section title</a:t>
            </a:r>
          </a:p>
        </p:txBody>
      </p:sp>
      <p:sp>
        <p:nvSpPr>
          <p:cNvPr id="3" name="Placeholder 3"/>
          <p:cNvSpPr>
            <a:spLocks noGrp="1"/>
          </p:cNvSpPr>
          <p:nvPr>
            <p:ph type="body" idx="1"/>
          </p:nvPr>
        </p:nvSpPr>
        <p:spPr>
          <a:xfrm>
            <a:off x="838200" y="4318000"/>
            <a:ext cx="10515600" cy="1143000"/>
          </a:xfrm>
        </p:spPr>
        <p:txBody>
          <a:bodyPr/>
          <a:lstStyle/>
          <a:p>
            <a:r>
              <a:rPr lang="en-US"/>
              <a:t>Click to add text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762000" y="381000"/>
            <a:ext cx="10668000" cy="1219200"/>
          </a:xfrm>
        </p:spPr>
        <p:txBody>
          <a:bodyPr/>
          <a:lstStyle/>
          <a:p>
            <a:r>
              <a:rPr lang="en-US"/>
              <a:t>Click to add title</a:t>
            </a:r>
          </a:p>
        </p:txBody>
      </p:sp>
      <p:sp>
        <p:nvSpPr>
          <p:cNvPr id="3" name="Placeholder 3"/>
          <p:cNvSpPr>
            <a:spLocks noGrp="1"/>
          </p:cNvSpPr>
          <p:nvPr>
            <p:ph type="body" idx="1"/>
          </p:nvPr>
        </p:nvSpPr>
        <p:spPr>
          <a:xfrm>
            <a:off x="762000" y="1778000"/>
            <a:ext cx="5207000" cy="4445000"/>
          </a:xfrm>
        </p:spPr>
        <p:txBody>
          <a:bodyPr/>
          <a:lstStyle/>
          <a:p>
            <a:r>
              <a:rPr lang="en-US"/>
              <a:t>Click to add text</a:t>
            </a:r>
          </a:p>
        </p:txBody>
      </p:sp>
      <p:sp>
        <p:nvSpPr>
          <p:cNvPr id="4" name="Placeholder 4"/>
          <p:cNvSpPr>
            <a:spLocks noGrp="1"/>
          </p:cNvSpPr>
          <p:nvPr>
            <p:ph type="body" idx="2"/>
          </p:nvPr>
        </p:nvSpPr>
        <p:spPr>
          <a:xfrm>
            <a:off x="6223000" y="1778000"/>
            <a:ext cx="5207000" cy="4445000"/>
          </a:xfrm>
        </p:spPr>
        <p:txBody>
          <a:bodyPr/>
          <a:lstStyle/>
          <a:p>
            <a:r>
              <a:rPr lang="en-US"/>
              <a:t>Click to add text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762000" y="381000"/>
            <a:ext cx="10668000" cy="1219200"/>
          </a:xfrm>
        </p:spPr>
        <p:txBody>
          <a:bodyPr/>
          <a:lstStyle/>
          <a:p>
            <a:r>
              <a:rPr lang="en-US"/>
              <a:t>Click to add title</a:t>
            </a:r>
          </a:p>
        </p:txBody>
      </p:sp>
      <p:sp>
        <p:nvSpPr>
          <p:cNvPr id="3" name="Placeholder 3"/>
          <p:cNvSpPr>
            <a:spLocks noGrp="1"/>
          </p:cNvSpPr>
          <p:nvPr>
            <p:ph type="body" idx="1"/>
          </p:nvPr>
        </p:nvSpPr>
        <p:spPr>
          <a:xfrm>
            <a:off x="762000" y="1727200"/>
            <a:ext cx="5207000" cy="660400"/>
          </a:xfrm>
        </p:spPr>
        <p:txBody>
          <a:bodyPr/>
          <a:lstStyle/>
          <a:p>
            <a:r>
              <a:rPr lang="en-US"/>
              <a:t>Click to add text</a:t>
            </a:r>
          </a:p>
        </p:txBody>
      </p:sp>
      <p:sp>
        <p:nvSpPr>
          <p:cNvPr id="4" name="Placeholder 4"/>
          <p:cNvSpPr>
            <a:spLocks noGrp="1"/>
          </p:cNvSpPr>
          <p:nvPr>
            <p:ph type="body" idx="2"/>
          </p:nvPr>
        </p:nvSpPr>
        <p:spPr>
          <a:xfrm>
            <a:off x="762000" y="2463800"/>
            <a:ext cx="5207000" cy="3759200"/>
          </a:xfrm>
        </p:spPr>
        <p:txBody>
          <a:bodyPr/>
          <a:lstStyle/>
          <a:p>
            <a:r>
              <a:rPr lang="en-US"/>
              <a:t>Click to add text</a:t>
            </a:r>
          </a:p>
        </p:txBody>
      </p:sp>
      <p:sp>
        <p:nvSpPr>
          <p:cNvPr id="5" name="Placeholder 5"/>
          <p:cNvSpPr>
            <a:spLocks noGrp="1"/>
          </p:cNvSpPr>
          <p:nvPr>
            <p:ph type="body" idx="3"/>
          </p:nvPr>
        </p:nvSpPr>
        <p:spPr>
          <a:xfrm>
            <a:off x="6223000" y="1727200"/>
            <a:ext cx="5207000" cy="660400"/>
          </a:xfrm>
        </p:spPr>
        <p:txBody>
          <a:bodyPr/>
          <a:lstStyle/>
          <a:p>
            <a:r>
              <a:rPr lang="en-US"/>
              <a:t>Click to add text</a:t>
            </a:r>
          </a:p>
        </p:txBody>
      </p:sp>
      <p:sp>
        <p:nvSpPr>
          <p:cNvPr id="6" name="Placeholder 6"/>
          <p:cNvSpPr>
            <a:spLocks noGrp="1"/>
          </p:cNvSpPr>
          <p:nvPr>
            <p:ph type="body" idx="4"/>
          </p:nvPr>
        </p:nvSpPr>
        <p:spPr>
          <a:xfrm>
            <a:off x="6223000" y="2463800"/>
            <a:ext cx="5207000" cy="3759200"/>
          </a:xfrm>
        </p:spPr>
        <p:txBody>
          <a:bodyPr/>
          <a:lstStyle/>
          <a:p>
            <a:r>
              <a:rPr lang="en-US"/>
              <a:t>Click to add text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762000" y="381000"/>
            <a:ext cx="10668000" cy="1219200"/>
          </a:xfrm>
        </p:spPr>
        <p:txBody>
          <a:bodyPr/>
          <a:lstStyle/>
          <a:p>
            <a:r>
              <a:rPr lang="en-US"/>
              <a:t>Click to add title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762000" y="508000"/>
            <a:ext cx="4064000" cy="1524000"/>
          </a:xfrm>
        </p:spPr>
        <p:txBody>
          <a:bodyPr/>
          <a:lstStyle/>
          <a:p>
            <a:r>
              <a:rPr lang="en-US"/>
              <a:t>Click to add title</a:t>
            </a:r>
          </a:p>
        </p:txBody>
      </p:sp>
      <p:sp>
        <p:nvSpPr>
          <p:cNvPr id="3" name="Placeholder 3"/>
          <p:cNvSpPr>
            <a:spLocks noGrp="1"/>
          </p:cNvSpPr>
          <p:nvPr>
            <p:ph type="body" idx="1"/>
          </p:nvPr>
        </p:nvSpPr>
        <p:spPr>
          <a:xfrm>
            <a:off x="5334000" y="508000"/>
            <a:ext cx="6096000" cy="5715000"/>
          </a:xfrm>
        </p:spPr>
        <p:txBody>
          <a:bodyPr/>
          <a:lstStyle/>
          <a:p>
            <a:r>
              <a:rPr lang="en-US"/>
              <a:t>Click to add text</a:t>
            </a:r>
          </a:p>
        </p:txBody>
      </p:sp>
      <p:sp>
        <p:nvSpPr>
          <p:cNvPr id="4" name="Placeholder 4"/>
          <p:cNvSpPr>
            <a:spLocks noGrp="1"/>
          </p:cNvSpPr>
          <p:nvPr>
            <p:ph type="body" idx="2"/>
          </p:nvPr>
        </p:nvSpPr>
        <p:spPr>
          <a:xfrm>
            <a:off x="762000" y="2222500"/>
            <a:ext cx="4064000" cy="4000500"/>
          </a:xfrm>
        </p:spPr>
        <p:txBody>
          <a:bodyPr/>
          <a:lstStyle/>
          <a:p>
            <a:r>
              <a:rPr lang="en-US"/>
              <a:t>Click to add text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762000" y="508000"/>
            <a:ext cx="4064000" cy="1524000"/>
          </a:xfrm>
        </p:spPr>
        <p:txBody>
          <a:bodyPr/>
          <a:lstStyle/>
          <a:p>
            <a:r>
              <a:rPr lang="en-US"/>
              <a:t>Click to add title</a:t>
            </a:r>
          </a:p>
        </p:txBody>
      </p:sp>
      <p:sp>
        <p:nvSpPr>
          <p:cNvPr id="3" name="Placeholder 3"/>
          <p:cNvSpPr>
            <a:spLocks noGrp="1"/>
          </p:cNvSpPr>
          <p:nvPr>
            <p:ph type="pic" idx="1"/>
          </p:nvPr>
        </p:nvSpPr>
        <p:spPr>
          <a:xfrm>
            <a:off x="5334000" y="508000"/>
            <a:ext cx="6096000" cy="5715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4" name="Placeholder 4"/>
          <p:cNvSpPr>
            <a:spLocks noGrp="1"/>
          </p:cNvSpPr>
          <p:nvPr>
            <p:ph type="body" idx="2"/>
          </p:nvPr>
        </p:nvSpPr>
        <p:spPr>
          <a:xfrm>
            <a:off x="762000" y="2222500"/>
            <a:ext cx="4064000" cy="4000500"/>
          </a:xfrm>
        </p:spPr>
        <p:txBody>
          <a:bodyPr/>
          <a:lstStyle/>
          <a:p>
            <a:r>
              <a:rPr lang="en-US"/>
              <a:t>Click to add text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1524000" y="1397000"/>
            <a:ext cx="9144000" cy="2794000"/>
          </a:xfrm>
        </p:spPr>
        <p:txBody>
          <a:bodyPr/>
          <a:lstStyle/>
          <a:p>
            <a:r>
              <a:rPr lang="en-US"/>
              <a:t>“Click to add a quote”</a:t>
            </a:r>
          </a:p>
        </p:txBody>
      </p:sp>
      <p:sp>
        <p:nvSpPr>
          <p:cNvPr id="3" name="Placeholder 3"/>
          <p:cNvSpPr>
            <a:spLocks noGrp="1"/>
          </p:cNvSpPr>
          <p:nvPr>
            <p:ph type="body" idx="1"/>
          </p:nvPr>
        </p:nvSpPr>
        <p:spPr>
          <a:xfrm>
            <a:off x="1524000" y="4445000"/>
            <a:ext cx="9144000" cy="762000"/>
          </a:xfrm>
        </p:spPr>
        <p:txBody>
          <a:bodyPr/>
          <a:lstStyle/>
          <a:p>
            <a:r>
              <a:rPr lang="en-US"/>
              <a:t>— Click to add source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ig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762000" y="1143000"/>
            <a:ext cx="10668000" cy="2794000"/>
          </a:xfrm>
        </p:spPr>
        <p:txBody>
          <a:bodyPr/>
          <a:lstStyle/>
          <a:p>
            <a:r>
              <a:rPr lang="en-US"/>
              <a:t>100%</a:t>
            </a:r>
          </a:p>
        </p:txBody>
      </p:sp>
      <p:sp>
        <p:nvSpPr>
          <p:cNvPr id="3" name="Placeholder 3"/>
          <p:cNvSpPr>
            <a:spLocks noGrp="1"/>
          </p:cNvSpPr>
          <p:nvPr>
            <p:ph type="body" idx="1"/>
          </p:nvPr>
        </p:nvSpPr>
        <p:spPr>
          <a:xfrm>
            <a:off x="762000" y="4064000"/>
            <a:ext cx="10668000" cy="1270000"/>
          </a:xfrm>
        </p:spPr>
        <p:txBody>
          <a:bodyPr/>
          <a:lstStyle/>
          <a:p>
            <a:r>
              <a:rPr lang="en-US"/>
              <a:t>Click to add text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/>
            </a:gs>
            <a:gs pos="100000">
              <a:schemeClr val="bg2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762000" y="381000"/>
            <a:ext cx="10668000" cy="12192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Placeholder 3"/>
          <p:cNvSpPr>
            <a:spLocks noGrp="1"/>
          </p:cNvSpPr>
          <p:nvPr>
            <p:ph type="body" idx="1"/>
          </p:nvPr>
        </p:nvSpPr>
        <p:spPr>
          <a:xfrm>
            <a:off x="762000" y="1778000"/>
            <a:ext cx="10668000" cy="4445000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Decoration"/>
          <p:cNvSpPr/>
          <p:nvPr/>
        </p:nvSpPr>
        <p:spPr>
          <a:xfrm>
            <a:off x="11379200" y="355600"/>
            <a:ext cx="203200" cy="203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>
        <a:buNone/>
        <a:defRPr sz="4000" b="1">
          <a:solidFill>
            <a:schemeClr val="tx1"/>
          </a:solidFill>
          <a:latin typeface="+mj-lt"/>
        </a:defRPr>
      </a:lvl1pPr>
    </p:titleStyle>
    <p:bodyStyle>
      <a:lvl1pPr marL="304800" indent="-304800" algn="l">
        <a:buFont typeface="Arial"/>
        <a:buChar char="•"/>
        <a:defRPr sz="2400">
          <a:solidFill>
            <a:schemeClr val="tx1"/>
          </a:solidFill>
          <a:latin typeface="+mn-lt"/>
        </a:defRPr>
      </a:lvl1pPr>
      <a:lvl2pPr marL="660400" indent="-304800" algn="l">
        <a:buFont typeface="Arial"/>
        <a:buChar char="•"/>
        <a:defRPr sz="2200">
          <a:solidFill>
            <a:schemeClr val="tx1"/>
          </a:solidFill>
          <a:latin typeface="+mn-lt"/>
        </a:defRPr>
      </a:lvl2pPr>
      <a:lvl3pPr marL="1016000" indent="-304800" algn="l">
        <a:buFont typeface="Arial"/>
        <a:buChar char="•"/>
        <a:defRPr sz="2000">
          <a:solidFill>
            <a:schemeClr val="tx1"/>
          </a:solidFill>
          <a:latin typeface="+mn-lt"/>
        </a:defRPr>
      </a:lvl3pPr>
      <a:lvl4pPr marL="1371600" indent="-304800" algn="l">
        <a:buFont typeface="Arial"/>
        <a:buChar char="•"/>
        <a:defRPr sz="1800">
          <a:solidFill>
            <a:schemeClr val="tx1"/>
          </a:solidFill>
          <a:latin typeface="+mn-lt"/>
        </a:defRPr>
      </a:lvl4pPr>
      <a:lvl5pPr marL="1727200" indent="-304800" algn="l">
        <a:buFont typeface="Arial"/>
        <a:buChar char="•"/>
        <a:defRPr sz="1600">
          <a:solidFill>
            <a:schemeClr val="tx1"/>
          </a:solidFill>
          <a:latin typeface="+mn-lt"/>
        </a:defRPr>
      </a:lvl5pPr>
    </p:bodyStyle>
    <p:otherStyle>
      <a:lvl1pPr marL="0" indent="0" algn="l">
        <a:buNone/>
        <a:defRPr sz="1800">
          <a:solidFill>
            <a:schemeClr val="tx1"/>
          </a:solidFill>
          <a:latin typeface="+mn-lt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type="ctrTitle"/>
          </p:nvPr>
        </p:nvSpPr>
        <p:spPr>
          <a:xfrm>
            <a:off x="1524000" y="1524000"/>
            <a:ext cx="9144000" cy="2159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b" rtlCol="0">
            <a:normAutofit/>
          </a:bodyPr>
          <a:lstStyle/>
          <a:p>
            <a: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00" b="1" dirty="0">
                <a:solidFill>
                  <a:schemeClr val="tx1"/>
                </a:solidFill>
                <a:latin typeface="+mj-lt"/>
              </a:rPr>
              <a:t>Company Name</a:t>
            </a:r>
            <a:endParaRPr lang="en-US" sz="5600" dirty="0"/>
          </a:p>
        </p:txBody>
      </p:sp>
      <p:sp>
        <p:nvSpPr>
          <p:cNvPr id="3" name="Subtitle"/>
          <p:cNvSpPr/>
          <p:nvPr>
            <p:ph type="subTitle" idx="1"/>
          </p:nvPr>
        </p:nvSpPr>
        <p:spPr>
          <a:xfrm>
            <a:off x="1524000" y="3860800"/>
            <a:ext cx="9144000" cy="1397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rtlCol="0">
            <a:normAutofit/>
          </a:bodyPr>
          <a:lstStyle/>
          <a:p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The one-line description of what you do</a:t>
            </a:r>
            <a:endParaRPr lang="en-US" sz="2400" dirty="0"/>
          </a:p>
        </p:txBody>
      </p:sp>
      <p:sp>
        <p:nvSpPr>
          <p:cNvPr id="4" name="Star: 5 Points 3"/>
          <p:cNvSpPr/>
          <p:nvPr/>
        </p:nvSpPr>
        <p:spPr>
          <a:xfrm>
            <a:off x="5207000" y="2540000"/>
            <a:ext cx="1778000" cy="1778000"/>
          </a:xfrm>
          <a:prstGeom prst="star5">
            <a:avLst/>
          </a:prstGeom>
          <a:solidFill>
            <a:schemeClr val="accent1"/>
          </a:solidFill>
          <a:ln w="12700">
            <a:solidFill>
              <a:schemeClr val="accent1">
                <a:lumMod val="75000"/>
              </a:schemeClr>
            </a:solidFill>
            <a:round/>
          </a:ln>
        </p:spPr>
        <p:txBody>
          <a:bodyPr wrap="square" lIns="91440" tIns="45720" rIns="91440" bIns="45720" anchor="ctr" rtlCol="0">
            <a:noAutofit/>
          </a:bodyPr>
          <a:lstStyle/>
          <a:p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048000" y="2489200"/>
          <a:ext cx="6096000" cy="1879600"/>
        </p:xfrm>
        <a:graphic>
          <a:graphicData uri="http://schemas.openxmlformats.org/drawingml/2006/table">
            <a:tbl>
              <a:tblPr firstRow="1" bandRow="1" lastRow="0" firstCol="0"/>
              <a:tblGrid>
                <a:gridCol w="2032000"/>
                <a:gridCol w="2032000"/>
                <a:gridCol w="2032000"/>
              </a:tblGrid>
              <a:tr h="469900">
                <a:tc>
                  <a:txBody>
                    <a:bodyPr wrap="square" lIns="88900" tIns="50800" rIns="88900" bIns="50800" anchor="ctr" rtlCol="0">
                      <a:noAutofit/>
                    </a:bodyPr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600" dirty="0"/>
                    </a:p>
                  </a:txBody>
                  <a:tcPr marL="88900" marR="88900" marT="50800" marB="508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 wrap="square" lIns="88900" tIns="50800" rIns="88900" bIns="50800" anchor="ctr" rtlCol="0">
                      <a:noAutofit/>
                    </a:bodyPr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600" dirty="0"/>
                    </a:p>
                  </a:txBody>
                  <a:tcPr marL="88900" marR="88900" marT="50800" marB="508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 wrap="square" lIns="88900" tIns="50800" rIns="88900" bIns="50800" anchor="ctr" rtlCol="0">
                      <a:noAutofit/>
                    </a:bodyPr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600" dirty="0"/>
                    </a:p>
                  </a:txBody>
                  <a:tcPr marL="88900" marR="88900" marT="50800" marB="508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59E0B"/>
                    </a:solidFill>
                  </a:tcPr>
                </a:tc>
              </a:tr>
              <a:tr h="469900">
                <a:tc>
                  <a:txBody>
                    <a:bodyPr wrap="square" lIns="88900" tIns="50800" rIns="88900" bIns="50800" anchor="ctr" rtlCol="0">
                      <a:noAutofit/>
                    </a:bodyPr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600" dirty="0"/>
                    </a:p>
                  </a:txBody>
                  <a:tcPr marL="88900" marR="88900" marT="50800" marB="508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DE7C2"/>
                    </a:solidFill>
                  </a:tcPr>
                </a:tc>
                <a:tc>
                  <a:txBody>
                    <a:bodyPr wrap="square" lIns="88900" tIns="50800" rIns="88900" bIns="50800" anchor="ctr" rtlCol="0">
                      <a:noAutofit/>
                    </a:bodyPr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600" dirty="0"/>
                    </a:p>
                  </a:txBody>
                  <a:tcPr marL="88900" marR="88900" marT="50800" marB="508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DE7C2"/>
                    </a:solidFill>
                  </a:tcPr>
                </a:tc>
                <a:tc>
                  <a:txBody>
                    <a:bodyPr wrap="square" lIns="88900" tIns="50800" rIns="88900" bIns="50800" anchor="ctr" rtlCol="0">
                      <a:noAutofit/>
                    </a:bodyPr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600" dirty="0"/>
                    </a:p>
                  </a:txBody>
                  <a:tcPr marL="88900" marR="88900" marT="50800" marB="508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DE7C2"/>
                    </a:solidFill>
                  </a:tcPr>
                </a:tc>
              </a:tr>
              <a:tr h="469900">
                <a:tc>
                  <a:txBody>
                    <a:bodyPr wrap="square" lIns="88900" tIns="50800" rIns="88900" bIns="50800" anchor="ctr" rtlCol="0">
                      <a:noAutofit/>
                    </a:bodyPr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600" dirty="0"/>
                    </a:p>
                  </a:txBody>
                  <a:tcPr marL="88900" marR="88900" marT="50800" marB="508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EF3E2"/>
                    </a:solidFill>
                  </a:tcPr>
                </a:tc>
                <a:tc>
                  <a:txBody>
                    <a:bodyPr wrap="square" lIns="88900" tIns="50800" rIns="88900" bIns="50800" anchor="ctr" rtlCol="0">
                      <a:noAutofit/>
                    </a:bodyPr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600" dirty="0"/>
                    </a:p>
                  </a:txBody>
                  <a:tcPr marL="88900" marR="88900" marT="50800" marB="508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EF3E2"/>
                    </a:solidFill>
                  </a:tcPr>
                </a:tc>
                <a:tc>
                  <a:txBody>
                    <a:bodyPr wrap="square" lIns="88900" tIns="50800" rIns="88900" bIns="50800" anchor="ctr" rtlCol="0">
                      <a:noAutofit/>
                    </a:bodyPr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600" dirty="0"/>
                    </a:p>
                  </a:txBody>
                  <a:tcPr marL="88900" marR="88900" marT="50800" marB="508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EF3E2"/>
                    </a:solidFill>
                  </a:tcPr>
                </a:tc>
              </a:tr>
              <a:tr h="469900">
                <a:tc>
                  <a:txBody>
                    <a:bodyPr wrap="square" lIns="88900" tIns="50800" rIns="88900" bIns="50800" anchor="ctr" rtlCol="0">
                      <a:noAutofit/>
                    </a:bodyPr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600" dirty="0"/>
                    </a:p>
                  </a:txBody>
                  <a:tcPr marL="88900" marR="88900" marT="50800" marB="508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DE7C2"/>
                    </a:solidFill>
                  </a:tcPr>
                </a:tc>
                <a:tc>
                  <a:txBody>
                    <a:bodyPr wrap="square" lIns="88900" tIns="50800" rIns="88900" bIns="50800" anchor="ctr" rtlCol="0">
                      <a:noAutofit/>
                    </a:bodyPr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600" dirty="0"/>
                    </a:p>
                  </a:txBody>
                  <a:tcPr marL="88900" marR="88900" marT="50800" marB="508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DE7C2"/>
                    </a:solidFill>
                  </a:tcPr>
                </a:tc>
                <a:tc>
                  <a:txBody>
                    <a:bodyPr wrap="square" lIns="88900" tIns="50800" rIns="88900" bIns="50800" anchor="ctr" rtlCol="0">
                      <a:noAutofit/>
                    </a:bodyPr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600" dirty="0"/>
                    </a:p>
                  </a:txBody>
                  <a:tcPr marL="88900" marR="88900" marT="50800" marB="508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DE7C2"/>
                    </a:solidFill>
                  </a:tcPr>
                </a:tc>
              </a:tr>
            </a:tbl>
          </a:graphicData>
        </a:graphic>
      </p:graphicFrame>
      <p:pic>
        <p:nvPicPr>
          <p:cNvPr id="6" name="Chart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0" y="1244600"/>
            <a:ext cx="7162800" cy="4368800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type="title"/>
          </p:nvPr>
        </p:nvSpPr>
        <p:spPr>
          <a:xfrm>
            <a:off x="762000" y="381000"/>
            <a:ext cx="10668000" cy="1219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rtlCol="0">
            <a:normAutofit/>
          </a:bodyPr>
          <a:lstStyle/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>
                <a:solidFill>
                  <a:schemeClr val="tx1"/>
                </a:solidFill>
                <a:latin typeface="+mj-lt"/>
              </a:rPr>
              <a:t>The Problem</a:t>
            </a:r>
            <a:endParaRPr lang="en-US" sz="4000" dirty="0"/>
          </a:p>
        </p:txBody>
      </p:sp>
      <p:sp>
        <p:nvSpPr>
          <p:cNvPr id="3" name="Content Placeholder"/>
          <p:cNvSpPr/>
          <p:nvPr>
            <p:ph type="body" idx="1"/>
          </p:nvPr>
        </p:nvSpPr>
        <p:spPr>
          <a:xfrm>
            <a:off x="762000" y="1778000"/>
            <a:ext cx="10668000" cy="4445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rtlCol="0">
            <a:normAutofit/>
          </a:bodyPr>
          <a:lstStyle/>
          <a:p>
            <a:pPr marL="304800" lvl="0" indent="-30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Font typeface="Arial"/>
              <a:buChar char="•"/>
            </a:pPr>
            <a:r>
              <a:rPr lang="en-US" sz="2400" dirty="0">
                <a:solidFill>
                  <a:schemeClr val="tx1"/>
                </a:solidFill>
                <a:latin typeface="+mn-lt"/>
              </a:rPr>
              <a:t>Who has the problem</a:t>
            </a:r>
            <a:endParaRPr lang="en-US" sz="2400" dirty="0"/>
          </a:p>
          <a:p>
            <a:pPr marL="304800" lvl="0" indent="-30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Font typeface="Arial"/>
              <a:buChar char="•"/>
            </a:pPr>
            <a:r>
              <a:rPr lang="en-US" sz="2400" dirty="0">
                <a:solidFill>
                  <a:schemeClr val="tx1"/>
                </a:solidFill>
                <a:latin typeface="+mn-lt"/>
              </a:rPr>
              <a:t>How they solve it today</a:t>
            </a:r>
            <a:endParaRPr lang="en-US" sz="2400" dirty="0"/>
          </a:p>
          <a:p>
            <a:pPr marL="304800" lvl="0" indent="-30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Font typeface="Arial"/>
              <a:buChar char="•"/>
            </a:pPr>
            <a:r>
              <a:rPr lang="en-US" sz="2400" dirty="0">
                <a:solidFill>
                  <a:schemeClr val="tx1"/>
                </a:solidFill>
                <a:latin typeface="+mn-lt"/>
              </a:rPr>
              <a:t>Why that isn't good enough</a:t>
            </a:r>
            <a:endParaRPr lang="en-US" sz="2400" dirty="0"/>
          </a:p>
        </p:txBody>
      </p:sp>
    </p:spTree>
  </p:cSld>
  <p:clrMapOvr>
    <a:masterClrMapping/>
  </p:clrMapOvr>
  <p:transition spd="med">
    <p:push dir="l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type="title"/>
          </p:nvPr>
        </p:nvSpPr>
        <p:spPr>
          <a:xfrm>
            <a:off x="762000" y="381000"/>
            <a:ext cx="10668000" cy="1219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rtlCol="0">
            <a:normAutofit/>
          </a:bodyPr>
          <a:lstStyle/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>
                <a:solidFill>
                  <a:schemeClr val="tx1"/>
                </a:solidFill>
                <a:latin typeface="+mj-lt"/>
              </a:rPr>
              <a:t>Our Solution</a:t>
            </a:r>
            <a:endParaRPr lang="en-US" sz="4000" dirty="0"/>
          </a:p>
        </p:txBody>
      </p:sp>
      <p:sp>
        <p:nvSpPr>
          <p:cNvPr id="3" name="Content Placeholder"/>
          <p:cNvSpPr/>
          <p:nvPr>
            <p:ph type="body" idx="1"/>
          </p:nvPr>
        </p:nvSpPr>
        <p:spPr>
          <a:xfrm>
            <a:off x="762000" y="1778000"/>
            <a:ext cx="10668000" cy="4445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rtlCol="0">
            <a:normAutofit/>
          </a:bodyPr>
          <a:lstStyle/>
          <a:p>
            <a:pPr marL="304800" lvl="0" indent="-30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Font typeface="Arial"/>
              <a:buChar char="•"/>
            </a:pPr>
            <a:r>
              <a:rPr lang="en-US" sz="2400" dirty="0">
                <a:solidFill>
                  <a:schemeClr val="tx1"/>
                </a:solidFill>
                <a:latin typeface="+mn-lt"/>
              </a:rPr>
              <a:t>What the product does</a:t>
            </a:r>
            <a:endParaRPr lang="en-US" sz="2400" dirty="0"/>
          </a:p>
          <a:p>
            <a:pPr marL="304800" lvl="0" indent="-30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Font typeface="Arial"/>
              <a:buChar char="•"/>
            </a:pPr>
            <a:r>
              <a:rPr lang="en-US" sz="2400" dirty="0">
                <a:solidFill>
                  <a:schemeClr val="tx1"/>
                </a:solidFill>
                <a:latin typeface="+mn-lt"/>
              </a:rPr>
              <a:t>The moment it clicks for customers</a:t>
            </a:r>
            <a:endParaRPr lang="en-US" sz="2400" dirty="0"/>
          </a:p>
          <a:p>
            <a:pPr marL="304800" lvl="0" indent="-30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Font typeface="Arial"/>
              <a:buChar char="•"/>
            </a:pPr>
            <a:r>
              <a:rPr lang="en-US" sz="2400" dirty="0">
                <a:solidFill>
                  <a:schemeClr val="tx1"/>
                </a:solidFill>
                <a:latin typeface="+mn-lt"/>
              </a:rPr>
              <a:t>Why now</a:t>
            </a:r>
            <a:endParaRPr lang="en-US" sz="2400" dirty="0"/>
          </a:p>
        </p:txBody>
      </p:sp>
    </p:spTree>
  </p:cSld>
  <p:clrMapOvr>
    <a:masterClrMapping/>
  </p:clrMapOvr>
  <p:transition spd="med">
    <p:push dir="l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type="title"/>
          </p:nvPr>
        </p:nvSpPr>
        <p:spPr>
          <a:xfrm>
            <a:off x="762000" y="381000"/>
            <a:ext cx="10668000" cy="1219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rtlCol="0">
            <a:normAutofit/>
          </a:bodyPr>
          <a:lstStyle/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>
                <a:solidFill>
                  <a:schemeClr val="tx1"/>
                </a:solidFill>
                <a:latin typeface="+mj-lt"/>
              </a:rPr>
              <a:t>Market Opportunity</a:t>
            </a:r>
            <a:endParaRPr lang="en-US" sz="4000" dirty="0"/>
          </a:p>
        </p:txBody>
      </p:sp>
      <p:pic>
        <p:nvPicPr>
          <p:cNvPr id="3" name="Market Cha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8600" y="1752600"/>
            <a:ext cx="9194800" cy="4368800"/>
          </a:xfrm>
          <a:prstGeom prst="rect">
            <a:avLst/>
          </a:prstGeom>
        </p:spPr>
      </p:pic>
    </p:spTree>
  </p:cSld>
  <p:clrMapOvr>
    <a:masterClrMapping/>
  </p:clrMapOvr>
  <p:transition spd="med">
    <p:push dir="l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type="title"/>
          </p:nvPr>
        </p:nvSpPr>
        <p:spPr>
          <a:xfrm>
            <a:off x="762000" y="1143000"/>
            <a:ext cx="10668000" cy="2794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b" rtlCol="0">
            <a:normAutofit/>
          </a:bodyPr>
          <a:lstStyle/>
          <a:p>
            <a: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0" b="1" dirty="0">
                <a:solidFill>
                  <a:schemeClr val="tx1"/>
                </a:solidFill>
                <a:latin typeface="+mj-lt"/>
              </a:rPr>
              <a:t>3×</a:t>
            </a:r>
            <a:endParaRPr lang="en-US" sz="12000" dirty="0"/>
          </a:p>
        </p:txBody>
      </p:sp>
      <p:sp>
        <p:nvSpPr>
          <p:cNvPr id="3" name="Content Placeholder"/>
          <p:cNvSpPr/>
          <p:nvPr>
            <p:ph type="body" idx="1"/>
          </p:nvPr>
        </p:nvSpPr>
        <p:spPr>
          <a:xfrm>
            <a:off x="762000" y="4064000"/>
            <a:ext cx="10668000" cy="127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rtlCol="0">
            <a:normAutofit/>
          </a:bodyPr>
          <a:lstStyle/>
          <a:p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faster than the leading alternative</a:t>
            </a:r>
            <a:endParaRPr lang="en-US" sz="2400" dirty="0"/>
          </a:p>
        </p:txBody>
      </p:sp>
    </p:spTree>
  </p:cSld>
  <p:clrMapOvr>
    <a:masterClrMapping/>
  </p:clrMapOvr>
  <p:transition spd="med">
    <p:zoom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type="title"/>
          </p:nvPr>
        </p:nvSpPr>
        <p:spPr>
          <a:xfrm>
            <a:off x="762000" y="381000"/>
            <a:ext cx="10668000" cy="1219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rtlCol="0">
            <a:normAutofit/>
          </a:bodyPr>
          <a:lstStyle/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>
                <a:solidFill>
                  <a:schemeClr val="tx1"/>
                </a:solidFill>
                <a:latin typeface="+mj-lt"/>
              </a:rPr>
              <a:t>Business Model</a:t>
            </a:r>
            <a:endParaRPr lang="en-US" sz="4000" dirty="0"/>
          </a:p>
        </p:txBody>
      </p:sp>
      <p:sp>
        <p:nvSpPr>
          <p:cNvPr id="3" name="Content Placeholder"/>
          <p:cNvSpPr/>
          <p:nvPr>
            <p:ph type="body" idx="1"/>
          </p:nvPr>
        </p:nvSpPr>
        <p:spPr>
          <a:xfrm>
            <a:off x="762000" y="1778000"/>
            <a:ext cx="5207000" cy="4445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rtlCol="0">
            <a:normAutofit/>
          </a:bodyPr>
          <a:lstStyle/>
          <a:p>
            <a:pPr marL="274320" lvl="0" indent="-27432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Font typeface="Arial"/>
              <a:buChar char="•"/>
            </a:pPr>
            <a:r>
              <a:rPr lang="en-US" sz="2160" dirty="0">
                <a:solidFill>
                  <a:schemeClr val="tx1"/>
                </a:solidFill>
                <a:latin typeface="+mn-lt"/>
              </a:rPr>
              <a:t>Pricing</a:t>
            </a:r>
            <a:endParaRPr lang="en-US" sz="2160" dirty="0"/>
          </a:p>
          <a:p>
            <a:pPr marL="594360" lvl="1" indent="-27432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Font typeface="Arial"/>
              <a:buChar char="•"/>
            </a:pPr>
            <a:r>
              <a:rPr lang="en-US" sz="2160" dirty="0">
                <a:solidFill>
                  <a:schemeClr val="tx1"/>
                </a:solidFill>
                <a:latin typeface="+mn-lt"/>
              </a:rPr>
              <a:t>Per seat, billed annually</a:t>
            </a:r>
            <a:endParaRPr lang="en-US" sz="2160" dirty="0"/>
          </a:p>
          <a:p>
            <a:pPr marL="594360" lvl="1" indent="-27432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Font typeface="Arial"/>
              <a:buChar char="•"/>
            </a:pPr>
            <a:r>
              <a:rPr lang="en-US" sz="2160" dirty="0">
                <a:solidFill>
                  <a:schemeClr val="tx1"/>
                </a:solidFill>
                <a:latin typeface="+mn-lt"/>
              </a:rPr>
              <a:t>Free tier for teams under 5</a:t>
            </a:r>
            <a:endParaRPr lang="en-US" sz="2160" dirty="0"/>
          </a:p>
        </p:txBody>
      </p:sp>
      <p:sp>
        <p:nvSpPr>
          <p:cNvPr id="4" name="Content Placeholder 2"/>
          <p:cNvSpPr/>
          <p:nvPr>
            <p:ph type="body" idx="2"/>
          </p:nvPr>
        </p:nvSpPr>
        <p:spPr>
          <a:xfrm>
            <a:off x="6223000" y="1778000"/>
            <a:ext cx="5207000" cy="4445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rtlCol="0">
            <a:normAutofit/>
          </a:bodyPr>
          <a:lstStyle/>
          <a:p>
            <a:pPr marL="274320" lvl="0" indent="-27432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Font typeface="Arial"/>
              <a:buChar char="•"/>
            </a:pPr>
            <a:r>
              <a:rPr lang="en-US" sz="2160" dirty="0">
                <a:solidFill>
                  <a:schemeClr val="tx1"/>
                </a:solidFill>
                <a:latin typeface="+mn-lt"/>
              </a:rPr>
              <a:t>Go-to-market</a:t>
            </a:r>
            <a:endParaRPr lang="en-US" sz="2160" dirty="0"/>
          </a:p>
          <a:p>
            <a:pPr marL="594360" lvl="1" indent="-27432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Font typeface="Arial"/>
              <a:buChar char="•"/>
            </a:pPr>
            <a:r>
              <a:rPr lang="en-US" sz="2160" dirty="0">
                <a:solidFill>
                  <a:schemeClr val="tx1"/>
                </a:solidFill>
                <a:latin typeface="+mn-lt"/>
              </a:rPr>
              <a:t>Bottom-up adoption</a:t>
            </a:r>
            <a:endParaRPr lang="en-US" sz="2160" dirty="0"/>
          </a:p>
          <a:p>
            <a:pPr marL="594360" lvl="1" indent="-27432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Font typeface="Arial"/>
              <a:buChar char="•"/>
            </a:pPr>
            <a:r>
              <a:rPr lang="en-US" sz="2160" dirty="0">
                <a:solidFill>
                  <a:schemeClr val="tx1"/>
                </a:solidFill>
                <a:latin typeface="+mn-lt"/>
              </a:rPr>
              <a:t>Sales-assisted expansion</a:t>
            </a:r>
            <a:endParaRPr lang="en-US" sz="2160" dirty="0"/>
          </a:p>
        </p:txBody>
      </p:sp>
    </p:spTree>
  </p:cSld>
  <p:clrMapOvr>
    <a:masterClrMapping/>
  </p:clrMapOvr>
  <p:transition spd="med">
    <p:push dir="l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type="title"/>
          </p:nvPr>
        </p:nvSpPr>
        <p:spPr>
          <a:xfrm>
            <a:off x="838200" y="1651000"/>
            <a:ext cx="10515600" cy="254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b" rtlCol="0">
            <a:normAutofit/>
          </a:bodyPr>
          <a:lstStyle/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00" b="1" dirty="0">
                <a:solidFill>
                  <a:schemeClr val="tx1"/>
                </a:solidFill>
                <a:latin typeface="+mj-lt"/>
              </a:rPr>
              <a:t>The Ask</a:t>
            </a:r>
            <a:endParaRPr lang="en-US" sz="5600" dirty="0"/>
          </a:p>
        </p:txBody>
      </p:sp>
      <p:sp>
        <p:nvSpPr>
          <p:cNvPr id="3" name="Content Placeholder"/>
          <p:cNvSpPr/>
          <p:nvPr>
            <p:ph type="body" idx="1"/>
          </p:nvPr>
        </p:nvSpPr>
        <p:spPr>
          <a:xfrm>
            <a:off x="838200" y="4318000"/>
            <a:ext cx="10515600" cy="1143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rtlCol="0">
            <a:norm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40" dirty="0">
                <a:solidFill>
                  <a:schemeClr val="tx1">
                    <a:lumMod val="70000"/>
                    <a:lumOff val="30000"/>
                  </a:schemeClr>
                </a:solidFill>
                <a:latin typeface="+mn-lt"/>
              </a:rPr>
              <a:t>Raising $2M to reach 1,000 customers</a:t>
            </a:r>
            <a:endParaRPr lang="en-US" sz="2039" dirty="0"/>
          </a:p>
        </p:txBody>
      </p:sp>
    </p:spTree>
  </p:cSld>
  <p:clrMapOvr>
    <a:masterClrMapping/>
  </p:clrMapOvr>
  <p:transition spd="med">
    <p:fade thruBlk="1"/>
  </p:transition>
</p:sld>
</file>

<file path=ppt/theme/theme1.xml><?xml version="1.0" encoding="utf-8"?>
<a:theme xmlns:a="http://schemas.openxmlformats.org/drawingml/2006/main" name="Midnight">
  <a:themeElements>
    <a:clrScheme name="Midnight">
      <a:dk1>
        <a:srgbClr val="F2F2F7"/>
      </a:dk1>
      <a:lt1>
        <a:srgbClr val="0F172A"/>
      </a:lt1>
      <a:dk2>
        <a:srgbClr val="CBD5E1"/>
      </a:dk2>
      <a:lt2>
        <a:srgbClr val="1E293B"/>
      </a:lt2>
      <a:accent1>
        <a:srgbClr val="F59E0B"/>
      </a:accent1>
      <a:accent2>
        <a:srgbClr val="60A5FA"/>
      </a:accent2>
      <a:accent3>
        <a:srgbClr val="34D399"/>
      </a:accent3>
      <a:accent4>
        <a:srgbClr val="F87171"/>
      </a:accent4>
      <a:accent5>
        <a:srgbClr val="A78BFA"/>
      </a:accent5>
      <a:accent6>
        <a:srgbClr val="22D3EE"/>
      </a:accent6>
      <a:hlink>
        <a:srgbClr val="1F63C6"/>
      </a:hlink>
      <a:folHlink>
        <a:srgbClr val="6A3FA0"/>
      </a:folHlink>
    </a:clrScheme>
    <a:fontScheme name="Midnight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6350" cap="flat" cmpd="sng" algn="ctr">
          <a:solidFill>
            <a:schemeClr val="phClr"/>
          </a:solidFill>
          <a:prstDash val="solid"/>
          <a:miter lim="800000"/>
        </a:ln>
        <a:ln w="63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Notes">
  <a:themeElements>
    <a:clrScheme name="Notes">
      <a:dk1>
        <a:srgbClr val="F2F2F7"/>
      </a:dk1>
      <a:lt1>
        <a:srgbClr val="0F172A"/>
      </a:lt1>
      <a:dk2>
        <a:srgbClr val="CBD5E1"/>
      </a:dk2>
      <a:lt2>
        <a:srgbClr val="1E293B"/>
      </a:lt2>
      <a:accent1>
        <a:srgbClr val="F59E0B"/>
      </a:accent1>
      <a:accent2>
        <a:srgbClr val="60A5FA"/>
      </a:accent2>
      <a:accent3>
        <a:srgbClr val="34D399"/>
      </a:accent3>
      <a:accent4>
        <a:srgbClr val="F87171"/>
      </a:accent4>
      <a:accent5>
        <a:srgbClr val="A78BFA"/>
      </a:accent5>
      <a:accent6>
        <a:srgbClr val="22D3EE"/>
      </a:accent6>
      <a:hlink>
        <a:srgbClr val="1F63C6"/>
      </a:hlink>
      <a:folHlink>
        <a:srgbClr val="6A3FA0"/>
      </a:folHlink>
    </a:clrScheme>
    <a:fontScheme name="Notes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6350" cap="flat" cmpd="sng" algn="ctr">
          <a:solidFill>
            <a:schemeClr val="phClr"/>
          </a:solidFill>
          <a:prstDash val="solid"/>
          <a:miter lim="800000"/>
        </a:ln>
        <a:ln w="63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Wired Slides</Application>
  <Slides>7</Slides>
  <PresentationFormat>Custom</PresentationFormat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dcterms:created xsi:type="dcterms:W3CDTF">2026-10-08T17:40:33Z</dcterms:created>
  <dcterms:modified xsi:type="dcterms:W3CDTF">2026-10-08T17:40:40Z</dcterms:modified>
</cp:coreProperties>
</file>